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69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F552-DF20-8B43-212F-1BE684AC4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F27157-8195-5724-B129-E180CD987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F094C-7B94-D3E8-AB2A-F190E3DE1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E931-4D95-4CFB-AF82-21524CA2A6AA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0EC5E-C5DF-C4C0-F7A1-F4909F68D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DD6FA-4CAF-68D1-1442-DC152C634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10C9-CF9E-4ADA-8626-6D735B8BE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507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15D3E-A4A3-35BF-4D31-0C98F7BC7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30EE1-74A9-12EF-5E99-5172CB897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7E4-CE0B-E68E-779D-29EE7BBFD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E931-4D95-4CFB-AF82-21524CA2A6AA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F69FC-BB05-E4A4-4436-3AAE9FA82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2AC37-825D-463B-B6E6-636165A56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10C9-CF9E-4ADA-8626-6D735B8BE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79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9996D-6D0B-AEB5-8AA3-8B3ADCFDC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F75E8-9A4A-E630-EF2A-5BA2B845F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E7309-B661-CF78-E562-65885883A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E931-4D95-4CFB-AF82-21524CA2A6AA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8346C-59EB-0885-965B-50BAEA40D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E21B4-9B04-4B8F-427F-F65B5591D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10C9-CF9E-4ADA-8626-6D735B8BE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04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7E07B-E26C-652E-EA99-11C5721F9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925F5-7B53-3AB2-F76E-4653E112A6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9B7C2-A9F7-A742-2E26-356C77DF7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58B10-0273-2774-53B9-AEB5A3E5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E931-4D95-4CFB-AF82-21524CA2A6AA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2FF30-8BD1-B808-064F-F2607AFB5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BCFB33-C705-DA3A-59FD-399061BC0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10C9-CF9E-4ADA-8626-6D735B8BE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16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66E2F-5267-9A18-9784-0B75A175A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ED276-05C5-A5E2-00C3-78E8C306A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282752-BAB3-2549-C4A4-E1D65BD13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8EF433-A649-C39C-0BC9-F83FBC5D3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3C6489-3858-C542-27AB-2ED7EAC1AF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F188BC-FB49-E89C-661B-583A7842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E931-4D95-4CFB-AF82-21524CA2A6AA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1D7550-1AD5-6AA1-F97A-53898A367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F419D5-DF4B-14C2-495D-7B7EE51F3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10C9-CF9E-4ADA-8626-6D735B8BE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266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1353A-46C9-296A-5C90-BDBDA0EA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0C0A50-E553-0672-0CDC-45CE54351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E931-4D95-4CFB-AF82-21524CA2A6AA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AC9C9E-BF4C-E27B-C6C1-5104C2A0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B2C932-2417-9773-7D4E-3ED1F9810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10C9-CF9E-4ADA-8626-6D735B8BE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626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7F0244-6457-E4E2-59AF-F245F20DE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E931-4D95-4CFB-AF82-21524CA2A6AA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C53292-5342-E4F5-AF3F-DB856F18D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122FD-2DA4-9117-DEF4-7F0A6FACF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10C9-CF9E-4ADA-8626-6D735B8BE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885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7ECD3-9DEE-9955-448F-F22288193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BFD57-F393-024E-322A-A7478D232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B790C-13CD-5AA8-638C-877FE5AAA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EF3EF-0576-D27A-EC84-C9B2BB820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E931-4D95-4CFB-AF82-21524CA2A6AA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2A9B-6C35-9B91-4669-9F849F7A4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28236-E46F-9B8E-A11E-224993076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10C9-CF9E-4ADA-8626-6D735B8BE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698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EBBD6-0E7B-87B3-9321-6C0A518F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7CD583-4B56-925B-3F09-4B86C5ECB6E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F9A701-EC2E-51BB-0625-9DC01BBB5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FBB50-B095-390D-DE5C-7F1773E47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E931-4D95-4CFB-AF82-21524CA2A6AA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79BDF-54C8-AFB7-7C50-0F8D62F3F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891E3-2346-EEE8-CC15-B77A228F8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10C9-CF9E-4ADA-8626-6D735B8BE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05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50D43-2946-1B88-0F91-8468D6A76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D1ECFD-6E58-B6D3-B091-480C7007B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6BB70-99FA-A87B-C79B-14E318BE5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E931-4D95-4CFB-AF82-21524CA2A6AA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DBEE2-B4B8-1823-2C73-2C8E6DA84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B81E5-117F-B6A7-C911-0C78FDD81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10C9-CF9E-4ADA-8626-6D735B8BE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832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838B2F-1582-5F98-2A98-F4E0E3BFAA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A5C988-AB76-EFA1-A5C9-700187134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49F0D-DBA1-41A7-40FA-77B4B844B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E931-4D95-4CFB-AF82-21524CA2A6AA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B33E0-443D-E14A-A1A9-8CB65260B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F0E83-E9B3-98EE-B29D-5365E5C3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210C9-CF9E-4ADA-8626-6D735B8BE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3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A231F1-856E-39E7-B628-B685312E8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2381B-8B9F-CE4B-83CD-7D9D4FED6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D8C1E-446C-E0D7-294D-FA54053579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66E931-4D95-4CFB-AF82-21524CA2A6AA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D60F2-500A-A067-5BED-9F45239FD5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19094-CF00-17B8-893E-F46FE0BB7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0210C9-CF9E-4ADA-8626-6D735B8BE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11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F56D0C-3C97-EA89-16EB-34F359E413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EBAA62-0B9B-0ECF-D433-4366812CAF02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B1D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BA1A8F-4CEB-0B4A-97B6-738D448C5D3D}"/>
              </a:ext>
            </a:extLst>
          </p:cNvPr>
          <p:cNvSpPr txBox="1"/>
          <p:nvPr/>
        </p:nvSpPr>
        <p:spPr>
          <a:xfrm>
            <a:off x="533400" y="241300"/>
            <a:ext cx="111252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500">
                <a:solidFill>
                  <a:srgbClr val="FFFFFF"/>
                </a:solidFill>
                <a:latin typeface="Segoe UI Semibold" panose="020B0702040204020203" pitchFamily="34" charset="0"/>
              </a:rPr>
              <a:t>AGENT AIRLOCK - END-TO-END TEST EXECUTION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FB3ED2-F188-2C75-F3E2-F88BBFAA9616}"/>
              </a:ext>
            </a:extLst>
          </p:cNvPr>
          <p:cNvSpPr/>
          <p:nvPr/>
        </p:nvSpPr>
        <p:spPr>
          <a:xfrm>
            <a:off x="533400" y="1270000"/>
            <a:ext cx="101600" cy="4635500"/>
          </a:xfrm>
          <a:prstGeom prst="rect">
            <a:avLst/>
          </a:prstGeom>
          <a:solidFill>
            <a:srgbClr val="238FC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642533-8168-9C4A-C58D-262E4981ED82}"/>
              </a:ext>
            </a:extLst>
          </p:cNvPr>
          <p:cNvSpPr txBox="1"/>
          <p:nvPr/>
        </p:nvSpPr>
        <p:spPr>
          <a:xfrm>
            <a:off x="914400" y="1333500"/>
            <a:ext cx="10541000" cy="15465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Status: PASSED</a:t>
            </a:r>
          </a:p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Source commit: 8f69400adc5fc6b0db4f1b816d3c3afa67dda1c5</a:t>
            </a:r>
          </a:p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Branch: test/e2e-airlock-20260920</a:t>
            </a:r>
          </a:p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Executed: 09/20/2026 18:38:05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DCFD57-CEFB-121A-FB1F-B549E8B1C9D6}"/>
              </a:ext>
            </a:extLst>
          </p:cNvPr>
          <p:cNvSpPr txBox="1"/>
          <p:nvPr/>
        </p:nvSpPr>
        <p:spPr>
          <a:xfrm>
            <a:off x="533400" y="6286500"/>
            <a:ext cx="11125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66778B"/>
                </a:solidFill>
                <a:latin typeface="Segoe UI" panose="020B0502040204020203" pitchFamily="34" charset="0"/>
              </a:rPr>
              <a:t>Agent Airlock | reproducible fresh-clone evidence</a:t>
            </a:r>
          </a:p>
        </p:txBody>
      </p:sp>
    </p:spTree>
    <p:extLst>
      <p:ext uri="{BB962C8B-B14F-4D97-AF65-F5344CB8AC3E}">
        <p14:creationId xmlns:p14="http://schemas.microsoft.com/office/powerpoint/2010/main" val="137446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5B55F0-9356-64F2-1E21-539BFF65EE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00A13D-6A0C-29FE-132D-E16023C29FEB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B1D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705A2E-43CC-2DF1-D001-0F1FADD8ECC1}"/>
              </a:ext>
            </a:extLst>
          </p:cNvPr>
          <p:cNvSpPr txBox="1"/>
          <p:nvPr/>
        </p:nvSpPr>
        <p:spPr>
          <a:xfrm>
            <a:off x="533400" y="241300"/>
            <a:ext cx="111252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500">
                <a:solidFill>
                  <a:srgbClr val="FFFFFF"/>
                </a:solidFill>
                <a:latin typeface="Segoe UI Semibold" panose="020B0702040204020203" pitchFamily="34" charset="0"/>
              </a:rPr>
              <a:t>FRESH-CLONE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D3FD3A-03C6-6CAF-29D5-CAB722895647}"/>
              </a:ext>
            </a:extLst>
          </p:cNvPr>
          <p:cNvSpPr/>
          <p:nvPr/>
        </p:nvSpPr>
        <p:spPr>
          <a:xfrm>
            <a:off x="533400" y="1270000"/>
            <a:ext cx="101600" cy="4635500"/>
          </a:xfrm>
          <a:prstGeom prst="rect">
            <a:avLst/>
          </a:prstGeom>
          <a:solidFill>
            <a:srgbClr val="3ECF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56671E-3497-6DF6-92B9-3E25FCEB312E}"/>
              </a:ext>
            </a:extLst>
          </p:cNvPr>
          <p:cNvSpPr txBox="1"/>
          <p:nvPr/>
        </p:nvSpPr>
        <p:spPr>
          <a:xfrm>
            <a:off x="914400" y="1333500"/>
            <a:ext cx="10541000" cy="15465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[PASS] Cloned the committed source into a disposable directory</a:t>
            </a:r>
          </a:p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[PASS] Installed exactly from package-lock.json</a:t>
            </a:r>
          </a:p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[PASS] Prepared checksum-verified Gitleaks 8.30.1</a:t>
            </a:r>
          </a:p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[PASS] npm audit reported zero vulnerabilities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4B2C00-123E-5B6E-DC86-F27354503A53}"/>
              </a:ext>
            </a:extLst>
          </p:cNvPr>
          <p:cNvSpPr txBox="1"/>
          <p:nvPr/>
        </p:nvSpPr>
        <p:spPr>
          <a:xfrm>
            <a:off x="533400" y="6286500"/>
            <a:ext cx="11125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66778B"/>
                </a:solidFill>
                <a:latin typeface="Segoe UI" panose="020B0502040204020203" pitchFamily="34" charset="0"/>
              </a:rPr>
              <a:t>Agent Airlock | reproducible fresh-clone evidence</a:t>
            </a:r>
          </a:p>
        </p:txBody>
      </p:sp>
    </p:spTree>
    <p:extLst>
      <p:ext uri="{BB962C8B-B14F-4D97-AF65-F5344CB8AC3E}">
        <p14:creationId xmlns:p14="http://schemas.microsoft.com/office/powerpoint/2010/main" val="3254698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618F84-993D-3922-C279-E36E60BECF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983F33-FE16-F217-91DE-B2E4ACDF67A7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B1D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6205B7-52AC-8CC3-0A4A-3C50834D3EB6}"/>
              </a:ext>
            </a:extLst>
          </p:cNvPr>
          <p:cNvSpPr txBox="1"/>
          <p:nvPr/>
        </p:nvSpPr>
        <p:spPr>
          <a:xfrm>
            <a:off x="533400" y="241300"/>
            <a:ext cx="111252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500">
                <a:solidFill>
                  <a:srgbClr val="FFFFFF"/>
                </a:solidFill>
                <a:latin typeface="Segoe UI Semibold" panose="020B0702040204020203" pitchFamily="34" charset="0"/>
              </a:rPr>
              <a:t>LIFECYCLE SCENARIOS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665FC0-9162-1DE7-A59F-A6727617EB3C}"/>
              </a:ext>
            </a:extLst>
          </p:cNvPr>
          <p:cNvSpPr/>
          <p:nvPr/>
        </p:nvSpPr>
        <p:spPr>
          <a:xfrm>
            <a:off x="533400" y="1270000"/>
            <a:ext cx="101600" cy="4635500"/>
          </a:xfrm>
          <a:prstGeom prst="rect">
            <a:avLst/>
          </a:prstGeom>
          <a:solidFill>
            <a:srgbClr val="FFBD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87EDBC-6C8F-A0CD-6B82-3DFFFA0DFD49}"/>
              </a:ext>
            </a:extLst>
          </p:cNvPr>
          <p:cNvSpPr txBox="1"/>
          <p:nvPr/>
        </p:nvSpPr>
        <p:spPr>
          <a:xfrm>
            <a:off x="914400" y="1333500"/>
            <a:ext cx="10541000" cy="33239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[PASS] automatic hooks enforce one mission from prompt through session end (2388.8396ms)</a:t>
            </a:r>
          </a:p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[PASS] prompt and shell rechecks block online writes even with yolo (1526.0267ms)</a:t>
            </a:r>
          </a:p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[PASS] RFC advice is visible without becoming execution permission (260.7351ms)</a:t>
            </a:r>
          </a:p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[PASS] restricted sandbox remains authoritative after Airlock allows a local request (936.6934ms)</a:t>
            </a:r>
          </a:p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[PASS] dependency-risk MCP blocks the synthetic version and records only a receipt (596.6876ms)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C7D00-BBFE-3F46-9D4F-C3CE09BA835C}"/>
              </a:ext>
            </a:extLst>
          </p:cNvPr>
          <p:cNvSpPr txBox="1"/>
          <p:nvPr/>
        </p:nvSpPr>
        <p:spPr>
          <a:xfrm>
            <a:off x="533400" y="6286500"/>
            <a:ext cx="11125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66778B"/>
                </a:solidFill>
                <a:latin typeface="Segoe UI" panose="020B0502040204020203" pitchFamily="34" charset="0"/>
              </a:rPr>
              <a:t>Agent Airlock | reproducible fresh-clone evidence</a:t>
            </a:r>
          </a:p>
        </p:txBody>
      </p:sp>
    </p:spTree>
    <p:extLst>
      <p:ext uri="{BB962C8B-B14F-4D97-AF65-F5344CB8AC3E}">
        <p14:creationId xmlns:p14="http://schemas.microsoft.com/office/powerpoint/2010/main" val="103237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9D11A7-8926-82E0-978B-CA2D8E0474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2E393B-AF0B-4158-239B-C6D2D75183D8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B1D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70EC5-9B64-6859-5D8A-D522FC3D0B45}"/>
              </a:ext>
            </a:extLst>
          </p:cNvPr>
          <p:cNvSpPr txBox="1"/>
          <p:nvPr/>
        </p:nvSpPr>
        <p:spPr>
          <a:xfrm>
            <a:off x="533400" y="241300"/>
            <a:ext cx="111252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500">
                <a:solidFill>
                  <a:srgbClr val="FFFFFF"/>
                </a:solidFill>
                <a:latin typeface="Segoe UI Semibold" panose="020B0702040204020203" pitchFamily="34" charset="0"/>
              </a:rPr>
              <a:t>REGRESSION RESULTS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8A21AA-0826-DA46-92F6-D79F8ED0FEF0}"/>
              </a:ext>
            </a:extLst>
          </p:cNvPr>
          <p:cNvSpPr/>
          <p:nvPr/>
        </p:nvSpPr>
        <p:spPr>
          <a:xfrm>
            <a:off x="533400" y="1270000"/>
            <a:ext cx="101600" cy="4635500"/>
          </a:xfrm>
          <a:prstGeom prst="rect">
            <a:avLst/>
          </a:prstGeom>
          <a:solidFill>
            <a:srgbClr val="3ECF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D05BEB-B860-3EB8-0420-ACCE521E4236}"/>
              </a:ext>
            </a:extLst>
          </p:cNvPr>
          <p:cNvSpPr txBox="1"/>
          <p:nvPr/>
        </p:nvSpPr>
        <p:spPr>
          <a:xfrm>
            <a:off x="914400" y="1333500"/>
            <a:ext cx="105410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[PASS] Plugin suite: 79 passed, 0 failed</a:t>
            </a:r>
          </a:p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[PASS] Sandbox suite: 7 passed, 0 failed</a:t>
            </a:r>
          </a:p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[PASS] RFC bearer-token prompt reported RFC6750 and RFC9700</a:t>
            </a:r>
          </a:p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[PASS] Online writes remained blocked even with /yolo</a:t>
            </a:r>
          </a:p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[PASS] Dependency-risk block created receipt-only evidence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A552C4-6874-A22A-0D3A-6829FBA0C04C}"/>
              </a:ext>
            </a:extLst>
          </p:cNvPr>
          <p:cNvSpPr txBox="1"/>
          <p:nvPr/>
        </p:nvSpPr>
        <p:spPr>
          <a:xfrm>
            <a:off x="533400" y="6286500"/>
            <a:ext cx="11125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66778B"/>
                </a:solidFill>
                <a:latin typeface="Segoe UI" panose="020B0502040204020203" pitchFamily="34" charset="0"/>
              </a:rPr>
              <a:t>Agent Airlock | reproducible fresh-clone evidence</a:t>
            </a:r>
          </a:p>
        </p:txBody>
      </p:sp>
    </p:spTree>
    <p:extLst>
      <p:ext uri="{BB962C8B-B14F-4D97-AF65-F5344CB8AC3E}">
        <p14:creationId xmlns:p14="http://schemas.microsoft.com/office/powerpoint/2010/main" val="3690826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72372D-5BBF-0EC4-4294-D90C0C8A85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CAF003-C16B-05EE-26B3-5B55AC9D861B}"/>
              </a:ext>
            </a:extLst>
          </p:cNvPr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B1D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55A22D-2F6A-73B9-3315-DFB48B35E26C}"/>
              </a:ext>
            </a:extLst>
          </p:cNvPr>
          <p:cNvSpPr txBox="1"/>
          <p:nvPr/>
        </p:nvSpPr>
        <p:spPr>
          <a:xfrm>
            <a:off x="533400" y="241300"/>
            <a:ext cx="111252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500">
                <a:solidFill>
                  <a:srgbClr val="FFFFFF"/>
                </a:solidFill>
                <a:latin typeface="Segoe UI Semibold" panose="020B0702040204020203" pitchFamily="34" charset="0"/>
              </a:rPr>
              <a:t>RECORDED EVIDENCE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AD48F8-723B-2972-8C94-3A51B7960851}"/>
              </a:ext>
            </a:extLst>
          </p:cNvPr>
          <p:cNvSpPr/>
          <p:nvPr/>
        </p:nvSpPr>
        <p:spPr>
          <a:xfrm>
            <a:off x="533400" y="1270000"/>
            <a:ext cx="101600" cy="4635500"/>
          </a:xfrm>
          <a:prstGeom prst="rect">
            <a:avLst/>
          </a:prstGeom>
          <a:solidFill>
            <a:srgbClr val="FF526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12F58E-63D3-A620-9164-2720715B2863}"/>
              </a:ext>
            </a:extLst>
          </p:cNvPr>
          <p:cNvSpPr txBox="1"/>
          <p:nvPr/>
        </p:nvSpPr>
        <p:spPr>
          <a:xfrm>
            <a:off x="914400" y="1333500"/>
            <a:ext cx="10541000" cy="38318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Machine-readable summary:</a:t>
            </a:r>
          </a:p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C:\Users\dlingam\OneDrive - Microsoft\Documents\Plans and Context\Hackathon\agent-airlock\demo\2026-09-20\dlingam\e2e\artifacts\20260920-113805\summary.json</a:t>
            </a:r>
          </a:p>
          <a:p>
            <a:pPr>
              <a:spcAft>
                <a:spcPts val="900"/>
              </a:spcAft>
            </a:pPr>
            <a:endParaRPr lang="en-US">
              <a:solidFill>
                <a:srgbClr val="16233A"/>
              </a:solidFill>
              <a:latin typeface="Cascadia Mono" panose="020B0609020000020004" pitchFamily="49" charset="0"/>
            </a:endParaRPr>
          </a:p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Full execution transcript:</a:t>
            </a:r>
          </a:p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C:\Users\dlingam\OneDrive - Microsoft\Documents\Plans and Context\Hackathon\agent-airlock\demo\2026-09-20\dlingam\e2e\artifacts\20260920-113805\test-execution.txt</a:t>
            </a:r>
          </a:p>
          <a:p>
            <a:pPr>
              <a:spcAft>
                <a:spcPts val="900"/>
              </a:spcAft>
            </a:pPr>
            <a:endParaRPr lang="en-US">
              <a:solidFill>
                <a:srgbClr val="16233A"/>
              </a:solidFill>
              <a:latin typeface="Cascadia Mono" panose="020B0609020000020004" pitchFamily="49" charset="0"/>
            </a:endParaRPr>
          </a:p>
          <a:p>
            <a:pPr>
              <a:spcAft>
                <a:spcPts val="900"/>
              </a:spcAft>
            </a:pPr>
            <a:r>
              <a:rPr lang="en-US">
                <a:solidFill>
                  <a:srgbClr val="16233A"/>
                </a:solidFill>
                <a:latin typeface="Cascadia Mono" panose="020B0609020000020004" pitchFamily="49" charset="0"/>
              </a:rPr>
              <a:t>FINAL RESULT: PASS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F68D4C-CE8B-A366-7909-24D807E3250F}"/>
              </a:ext>
            </a:extLst>
          </p:cNvPr>
          <p:cNvSpPr txBox="1"/>
          <p:nvPr/>
        </p:nvSpPr>
        <p:spPr>
          <a:xfrm>
            <a:off x="533400" y="6286500"/>
            <a:ext cx="111252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66778B"/>
                </a:solidFill>
                <a:latin typeface="Segoe UI" panose="020B0502040204020203" pitchFamily="34" charset="0"/>
              </a:rPr>
              <a:t>Agent Airlock | reproducible fresh-clone evidence</a:t>
            </a:r>
          </a:p>
        </p:txBody>
      </p:sp>
    </p:spTree>
    <p:extLst>
      <p:ext uri="{BB962C8B-B14F-4D97-AF65-F5344CB8AC3E}">
        <p14:creationId xmlns:p14="http://schemas.microsoft.com/office/powerpoint/2010/main" val="2281719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</Words>
  <Application>Microsoft Office PowerPoint</Application>
  <PresentationFormat>Custom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Cascadia Mono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Deepika Lingam</dc:creator>
  <cp:lastModifiedBy>Deepika Lingam</cp:lastModifiedBy>
  <cp:revision>1</cp:revision>
  <dcterms:created xsi:type="dcterms:W3CDTF">2026-09-20T18:39:19Z</dcterms:created>
  <dcterms:modified xsi:type="dcterms:W3CDTF">2026-09-20T18:39:19Z</dcterms:modified>
</cp:coreProperties>
</file>